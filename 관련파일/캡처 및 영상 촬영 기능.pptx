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58E3AF-CDF8-4CD0-9E6A-A67A25453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DD46E7-227C-4297-9220-617418837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FE164-2178-4B52-ADD6-D34C755F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74613-5280-4771-B38A-9A176A6A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34B927-FF53-4A30-BA90-9041C431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06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3B85F-905D-4F35-9FED-42E7651C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70D65F-72C2-4799-B27E-155CE9074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620EE-ED53-4504-AC77-23A85268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E9BC8-A655-4A28-8604-FE8454A3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14758-42D9-42BE-8D99-D5DB50E2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39FD6-0B3E-497C-8CAD-AD2A89F4F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65D4A-1ACF-49D2-9F27-D6BE0C898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97E3A-9449-420D-9FA9-C4D46B99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45B75-0668-4F27-8123-46E4884B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3305B-6FC0-415B-93DF-F0FC11A7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18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13172-7A59-48E4-8C09-15261BB5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E1513-5986-442F-9742-262AB9390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DAA7C5-A614-4601-9112-7089F0FAD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BBFE16-82AA-4279-998E-81EAB3FB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409AA4-4D7D-4E0D-B1A0-F4CC6D8E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D15127-3D53-4E03-84EB-6C6A884E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89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888E2-5D4A-41AF-879A-F0F3784C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000975-E1CA-43C2-A5E5-726274AE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940EF4-C11D-4F00-BF43-32980EDD9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EC7CDD-5D0A-4ED3-801A-C21F0C24E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E8AAE0-FCED-4DCF-8FEA-31AFFDC36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7866A1E-90CF-4810-9627-05437786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0F0499-3B69-4761-B52D-FDC4BDFB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A43C25-5FD7-42FA-9ACB-51AC07C8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8102B-02AF-42A5-A5A7-B208E699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F24823-B627-43B1-9E8A-AE9D9E06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5E8E68-14DE-4A3B-A7E7-4604FB83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82055B-1F3A-4D53-A923-F46FB8B9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84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E38B06-1E7C-45DE-86F1-E5F501CD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C1D012-D19D-4D70-80C5-AEE0AF88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554C1-248E-4EC0-8712-7C495286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45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92B97-9BC8-456F-B576-83012ECA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061818-0CE4-4626-A91F-BCA9697B5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A802B9-05C6-4238-ADAD-F025FB2C9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2A636F-53D0-4FA2-AAAA-B2749668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20EC33-AB10-4E6B-9BDB-3996382C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C1BECF-3F09-43A9-A650-7CE53453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55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20221-7B2A-49F3-B37F-55C8B070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6B85C2-B008-4940-A0F2-FF5C1BA3E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26D69A-A24B-45A5-8EC7-B2072BD99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FD60A1-1ABA-4F1E-8738-E76991069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A42EDE-53E6-4AA2-A6C1-479F99B6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C9152B-6176-4A16-BD3C-F3476D5B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13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4B035-D518-4B1B-9CE3-9930B2C5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EE429E-D8D6-44D6-924B-2F4D3C95F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6BFB7-3DE3-46D0-BBAA-2AB3D560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A7FB5-B926-48F4-B219-14F38D14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43BF8-DA07-4515-9364-10444875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55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A58E9F-DC12-4C0E-8051-97B44FDF2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ED5E1D-5605-4631-8BB4-3DD5A7794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A8879F-27D6-4870-BA25-03643ECD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535585-61E7-4B77-AFCB-18DFB35D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039855-ABA4-4AD0-A8D0-93B2C5A9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66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759B98-8A64-458E-AA2B-225B43C6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76F5E7-22AC-481D-858A-10BA6A532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613B3-FD42-490C-B909-A6C8CE48A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C3EF3-57DF-4637-B9ED-901EC5D9D19B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FB45F-A39D-476B-B100-741FC375E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CA9B0D-C409-4217-894F-0BF1828D6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A8A2C-5C40-4D60-9D08-DEDA151E1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13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FAEB73-1627-4C93-86F4-34DA212E775D}"/>
              </a:ext>
            </a:extLst>
          </p:cNvPr>
          <p:cNvSpPr txBox="1"/>
          <p:nvPr/>
        </p:nvSpPr>
        <p:spPr>
          <a:xfrm>
            <a:off x="186267" y="127000"/>
            <a:ext cx="116247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기능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뷰포트</a:t>
            </a:r>
            <a:r>
              <a:rPr lang="ko-KR" altLang="en-US" dirty="0"/>
              <a:t> 화면 스크린샷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오브젝트를 중심으로 </a:t>
            </a:r>
            <a:r>
              <a:rPr lang="en-US" altLang="ko-KR" dirty="0"/>
              <a:t>512 * 512 </a:t>
            </a:r>
            <a:r>
              <a:rPr lang="ko-KR" altLang="en-US" dirty="0"/>
              <a:t>사이즈 촬영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영상 촬영 및 종료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종료 시 프레임당 이미지 인코딩</a:t>
            </a:r>
            <a:r>
              <a:rPr lang="en-US" altLang="ko-KR" dirty="0"/>
              <a:t>, </a:t>
            </a:r>
            <a:r>
              <a:rPr lang="ko-KR" altLang="en-US" dirty="0"/>
              <a:t>인코딩 완료 시</a:t>
            </a:r>
            <a:r>
              <a:rPr lang="en-US" altLang="ko-KR" dirty="0"/>
              <a:t>, </a:t>
            </a:r>
            <a:r>
              <a:rPr lang="ko-KR" altLang="en-US" dirty="0"/>
              <a:t>이미지 제거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인코딩 시간을 고정 </a:t>
            </a:r>
            <a:r>
              <a:rPr lang="en-US" altLang="ko-KR" dirty="0"/>
              <a:t>fps</a:t>
            </a:r>
            <a:r>
              <a:rPr lang="ko-KR" altLang="en-US" dirty="0"/>
              <a:t>에서 녹화 시간과 프레임 수를 계산하여 부드럽게 처리</a:t>
            </a:r>
          </a:p>
        </p:txBody>
      </p:sp>
    </p:spTree>
    <p:extLst>
      <p:ext uri="{BB962C8B-B14F-4D97-AF65-F5344CB8AC3E}">
        <p14:creationId xmlns:p14="http://schemas.microsoft.com/office/powerpoint/2010/main" val="128151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A41522E-BB91-41D3-BB07-CD6CFA4D5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96" y="434974"/>
            <a:ext cx="6848475" cy="19240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172CA9-D4AC-45C9-901E-F4001649B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96" y="2593977"/>
            <a:ext cx="6838950" cy="1905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733ABA-4197-4C75-9013-46372EDA7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384" y="434974"/>
            <a:ext cx="48387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3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F96DE4-4F79-4078-9524-35F7E8C02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9" y="457199"/>
            <a:ext cx="3314447" cy="3314447"/>
          </a:xfrm>
          <a:prstGeom prst="rect">
            <a:avLst/>
          </a:prstGeom>
        </p:spPr>
      </p:pic>
      <p:pic>
        <p:nvPicPr>
          <p:cNvPr id="6" name="viewport_movie">
            <a:hlinkClick r:id="" action="ppaction://media"/>
            <a:extLst>
              <a:ext uri="{FF2B5EF4-FFF2-40B4-BE49-F238E27FC236}">
                <a16:creationId xmlns:a16="http://schemas.microsoft.com/office/drawing/2014/main" id="{920610B2-1EF1-459F-B10E-B18ED522B5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18011" y="457200"/>
            <a:ext cx="6343121" cy="331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0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</Words>
  <Application>Microsoft Office PowerPoint</Application>
  <PresentationFormat>와이드스크린</PresentationFormat>
  <Paragraphs>6</Paragraphs>
  <Slides>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JeongGuHyeon</dc:creator>
  <cp:lastModifiedBy>JeongGuHyeon</cp:lastModifiedBy>
  <cp:revision>2</cp:revision>
  <dcterms:created xsi:type="dcterms:W3CDTF">2026-03-17T14:32:47Z</dcterms:created>
  <dcterms:modified xsi:type="dcterms:W3CDTF">2026-03-17T14:36:28Z</dcterms:modified>
</cp:coreProperties>
</file>